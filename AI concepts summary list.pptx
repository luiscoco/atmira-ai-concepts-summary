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536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5E7FD2E-F5D4-CFE8-D115-C8554B139BD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B5596DC-F2C8-2108-DE70-E0E7911794A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A19366C-A427-9BF4-000A-F31DCE80F3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8D813D-F54F-4994-BF76-9ACFE6D2BA95}" type="datetimeFigureOut">
              <a:rPr lang="es-ES" smtClean="0"/>
              <a:t>25/09/2026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4534427-8E4F-0B9E-DD2F-39EA0FE5DB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A18F15B-FCD9-454F-5772-7D50822D83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1EF856-A252-4948-AA78-14E63C33010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7755043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B8E2DA2-A1C2-3060-7943-BE201A5F1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4E417C7-29D6-97AC-8453-22E870011F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FCCD110-E9EA-0E8D-328B-DE8F8963FE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8D813D-F54F-4994-BF76-9ACFE6D2BA95}" type="datetimeFigureOut">
              <a:rPr lang="es-ES" smtClean="0"/>
              <a:t>25/09/2026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FFAD33B-002A-937D-1140-D9A3AF69B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84F889B-D28D-C148-D305-91486EB23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1EF856-A252-4948-AA78-14E63C33010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4132663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1070765-61B5-60E0-0F32-8623B20B0E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CEE029A-1644-553A-26AF-56F18C08D5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1643490-1EEB-6DD0-DEF0-18AF580E80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8D813D-F54F-4994-BF76-9ACFE6D2BA95}" type="datetimeFigureOut">
              <a:rPr lang="es-ES" smtClean="0"/>
              <a:t>25/09/2026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285EF72-81B4-96E4-F963-6DC2C9A4D2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D753357-E5ED-4C66-A9FB-82310FAC39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1EF856-A252-4948-AA78-14E63C33010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346542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C816BD-AC65-E876-7672-571964642F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1A4F64D-7BA9-7F4A-DA72-0E78F7AAE3E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D9CD72B2-F4D1-9E22-1CA3-DB63C272908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F53B1B47-2929-80A2-F429-3360E030C8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8D813D-F54F-4994-BF76-9ACFE6D2BA95}" type="datetimeFigureOut">
              <a:rPr lang="es-ES" smtClean="0"/>
              <a:t>25/09/2026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E7DFBD7C-3431-FE1F-7FF3-8032B87F87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88862F5D-1465-3BE7-C4F7-FF14F76CA1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1EF856-A252-4948-AA78-14E63C33010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7862690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25F6C08-9653-67DC-E874-E467DBA72B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1AB74521-3632-920E-CAF1-E029C8C2D4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14075C37-883C-4F44-CA7C-4B1E52113C4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255E72E5-7FF1-780D-51C7-1097692598E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9A2783F7-19B6-A770-5B30-2507753FFF8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C4711847-61A7-93C9-BC04-7E9488B2AC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8D813D-F54F-4994-BF76-9ACFE6D2BA95}" type="datetimeFigureOut">
              <a:rPr lang="es-ES" smtClean="0"/>
              <a:t>25/09/2026</a:t>
            </a:fld>
            <a:endParaRPr lang="es-E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2C062912-ACA6-A997-9F52-A58E11ED23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259921DE-6DCB-2FEC-776B-CCF83BF4A8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1EF856-A252-4948-AA78-14E63C33010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097855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289234E-916F-0099-D14B-8CBFA7DD97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8A1A7FF7-F358-C74D-ECC2-59CA11C451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8D813D-F54F-4994-BF76-9ACFE6D2BA95}" type="datetimeFigureOut">
              <a:rPr lang="es-ES" smtClean="0"/>
              <a:t>25/09/2026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A450230B-913D-F059-CE5B-D52D647E88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22516443-7DBE-BC4E-491C-302625B31A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1EF856-A252-4948-AA78-14E63C33010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875081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5EC24923-6A80-B638-F4A4-9EA9A7FB0A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8D813D-F54F-4994-BF76-9ACFE6D2BA95}" type="datetimeFigureOut">
              <a:rPr lang="es-ES" smtClean="0"/>
              <a:t>25/09/2026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D615942A-90EC-20A0-8DEC-54C96E9CB2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9D3A8EFD-67DA-AE45-742C-82B39EB834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1EF856-A252-4948-AA78-14E63C33010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9165508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78A7263-C48D-1E1A-2063-F59EC288D8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E199BF8-DD1B-AE61-6BE2-9AED29A374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EC30BA47-FA49-F3EB-EDAB-43EC9B19013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B41A4083-6F86-1E37-A9CA-23D7F4BFCB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8D813D-F54F-4994-BF76-9ACFE6D2BA95}" type="datetimeFigureOut">
              <a:rPr lang="es-ES" smtClean="0"/>
              <a:t>25/09/2026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06561FE0-0570-6843-7C7D-F9AE78C991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2A07691C-EAED-9121-7A27-181E783D17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1EF856-A252-4948-AA78-14E63C33010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4726838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7A1A54B-0420-9AA7-2324-1D19A346F6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B550B33E-C993-4923-24D5-ED7AD317FB1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83FEED04-27B7-E731-70E3-803C50A86F4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271A9830-BD9E-D0CF-56E6-8E84881046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8D813D-F54F-4994-BF76-9ACFE6D2BA95}" type="datetimeFigureOut">
              <a:rPr lang="es-ES" smtClean="0"/>
              <a:t>25/09/2026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403706E0-2242-1B5B-12A2-881330E334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094D69D-D98C-109D-36EA-14F5C73896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1EF856-A252-4948-AA78-14E63C33010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264430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3228B43-F05E-5272-09C7-21E8A3DC97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510E510F-6802-22C0-7963-A0C80F8CDDE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1A4D79D-1F10-8AC2-B0EA-ECC7BB95F9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8D813D-F54F-4994-BF76-9ACFE6D2BA95}" type="datetimeFigureOut">
              <a:rPr lang="es-ES" smtClean="0"/>
              <a:t>25/09/2026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A382031-D9ED-79F3-17C6-A4437FAFB3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7E1372C-6105-2572-1D75-36DE175B87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1EF856-A252-4948-AA78-14E63C33010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8492790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7D2B5558-9364-8BE8-E695-5B7314C753D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09F4FD01-2C80-73FA-4588-21127EE3C5D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E510D42-0EC1-7D0C-8964-E085633A51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8D813D-F54F-4994-BF76-9ACFE6D2BA95}" type="datetimeFigureOut">
              <a:rPr lang="es-ES" smtClean="0"/>
              <a:t>25/09/2026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DB8047A-8496-A5AE-1296-065CCBD091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0FF207E-1F14-9DA9-E40C-0BD514A5D6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1EF856-A252-4948-AA78-14E63C33010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859858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3FACB682-34DD-995B-A7D1-59FD73164F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3606CBBE-3128-1685-D430-A529868A65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0A9976A-ED8E-36CF-200B-6401F78F330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B8D813D-F54F-4994-BF76-9ACFE6D2BA95}" type="datetimeFigureOut">
              <a:rPr lang="es-ES" smtClean="0"/>
              <a:t>25/09/2026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0D84CFC-92EC-26D2-A5CB-9D48C451516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E631724-614F-FD0E-08ED-7D0D8DA857B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01EF856-A252-4948-AA78-14E63C33010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2194741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4AD49618-9161-B21C-2244-D0E86FA1BDB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7000" y="0"/>
            <a:ext cx="6858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35389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CA314A-E874-1791-BEE1-CEA47693F5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99E9797B-3D4F-4A13-F3DB-32328DBCC91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7000" y="0"/>
            <a:ext cx="6858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64087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15FBC6-58F8-FCBE-ECD4-E3797A1DAC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A771ADD9-7264-046F-8029-CC721730CB0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7000" y="0"/>
            <a:ext cx="6858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60765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567F77-DCFF-9B8A-467F-E8AB3F982A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31618C24-271C-161E-6BB8-C29D9460DDE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7000" y="0"/>
            <a:ext cx="6858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90258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16C5A3-6269-7347-6214-9C8BE498B6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486FACDF-4E61-17F2-CAAB-91006AF67BF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7000" y="0"/>
            <a:ext cx="6858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66238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B406D3-0AD0-0F45-59DE-321ED032A8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D14B9D1F-29EC-26FA-1505-C36A766C9BE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7000" y="0"/>
            <a:ext cx="6858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57541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D923C4-3FC5-46F4-1B62-676F7D2C42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3FAFAD84-CD87-18AF-D40D-F6EA945DC9C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7000" y="0"/>
            <a:ext cx="6858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4841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18CF57-0A7C-22E3-CE01-57DD348FA7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E8CE6711-82A2-8B94-4380-B2F2EED1223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7000" y="0"/>
            <a:ext cx="6858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40402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76C713-F081-A011-E836-787337C234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DCA37281-0A48-5625-F2A5-0CAA80B84DD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7000" y="0"/>
            <a:ext cx="6858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16971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0F9CA2-218E-B5D0-36BB-D9A87E37AA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5C7D32AA-99DC-6BBE-E121-7F3F554EBF9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7000" y="0"/>
            <a:ext cx="6858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973047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0</Words>
  <Application>Microsoft Office PowerPoint</Application>
  <PresentationFormat>Panorámica</PresentationFormat>
  <Paragraphs>0</Paragraphs>
  <Slides>10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4" baseType="lpstr">
      <vt:lpstr>Aptos</vt:lpstr>
      <vt:lpstr>Aptos Display</vt:lpstr>
      <vt:lpstr>Arial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Luis Coco Enríquez</dc:creator>
  <cp:lastModifiedBy>Luis Coco Enríquez</cp:lastModifiedBy>
  <cp:revision>10</cp:revision>
  <dcterms:created xsi:type="dcterms:W3CDTF">2026-09-23T06:13:36Z</dcterms:created>
  <dcterms:modified xsi:type="dcterms:W3CDTF">2026-09-25T07:41:24Z</dcterms:modified>
</cp:coreProperties>
</file>